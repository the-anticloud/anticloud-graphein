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GRAPHEIN | Category: MEDICINE_DEVELOPMENT</a:t>
            </a:r>
          </a:p>
          <a:p>
            <a:r>
              <a:rPr sz="1400"/>
              <a:t>Upstream: https://github.com/microsoft/graphein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GRAPHEIN.</a:t>
            </a:r>
          </a:p>
          <a:p>
            <a:r>
              <a:rPr sz="1400"/>
              <a:t>Protein graph library for drug discovery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GRAPHEIN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